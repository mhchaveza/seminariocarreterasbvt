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Open Sauce" charset="1" panose="00000500000000000000"/>
      <p:regular r:id="rId8"/>
    </p:embeddedFont>
    <p:embeddedFont>
      <p:font typeface="Open Sauce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34334" y="3054540"/>
            <a:ext cx="5219069" cy="52190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734949">
            <a:off x="14017539" y="-889126"/>
            <a:ext cx="6480000" cy="4114800"/>
          </a:xfrm>
          <a:custGeom>
            <a:avLst/>
            <a:gdLst/>
            <a:ahLst/>
            <a:cxnLst/>
            <a:rect r="r" b="b" t="t" l="l"/>
            <a:pathLst>
              <a:path h="4114800" w="6480000">
                <a:moveTo>
                  <a:pt x="0" y="0"/>
                </a:moveTo>
                <a:lnTo>
                  <a:pt x="6480000" y="0"/>
                </a:lnTo>
                <a:lnTo>
                  <a:pt x="648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0578645" y="1449221"/>
            <a:ext cx="4844967" cy="1166040"/>
            <a:chOff x="0" y="0"/>
            <a:chExt cx="1276041" cy="3071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2264124" y="1449221"/>
            <a:ext cx="4844967" cy="1166040"/>
            <a:chOff x="0" y="0"/>
            <a:chExt cx="1276041" cy="307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931148" y="2903217"/>
            <a:ext cx="4844967" cy="1166040"/>
            <a:chOff x="0" y="0"/>
            <a:chExt cx="1276041" cy="3071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911621" y="7258891"/>
            <a:ext cx="4844967" cy="1166040"/>
            <a:chOff x="0" y="0"/>
            <a:chExt cx="1276041" cy="3071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31148" y="7260795"/>
            <a:ext cx="4844967" cy="1166040"/>
            <a:chOff x="0" y="0"/>
            <a:chExt cx="1276041" cy="3071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911621" y="2901314"/>
            <a:ext cx="4844967" cy="1166040"/>
            <a:chOff x="0" y="0"/>
            <a:chExt cx="1276041" cy="3071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701840" y="4357214"/>
            <a:ext cx="4844967" cy="1166040"/>
            <a:chOff x="0" y="0"/>
            <a:chExt cx="1276041" cy="3071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10800000">
            <a:off x="140929" y="5804894"/>
            <a:ext cx="4844967" cy="1166040"/>
            <a:chOff x="0" y="0"/>
            <a:chExt cx="1276041" cy="3071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701840" y="5809004"/>
            <a:ext cx="4844967" cy="1166040"/>
            <a:chOff x="0" y="0"/>
            <a:chExt cx="1276041" cy="3071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10800000">
            <a:off x="140929" y="4353104"/>
            <a:ext cx="4844967" cy="1166040"/>
            <a:chOff x="0" y="0"/>
            <a:chExt cx="1276041" cy="3071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76041" cy="307105"/>
            </a:xfrm>
            <a:custGeom>
              <a:avLst/>
              <a:gdLst/>
              <a:ahLst/>
              <a:cxnLst/>
              <a:rect r="r" b="b" t="t" l="l"/>
              <a:pathLst>
                <a:path h="307105" w="1276041">
                  <a:moveTo>
                    <a:pt x="153553" y="0"/>
                  </a:moveTo>
                  <a:lnTo>
                    <a:pt x="1122488" y="0"/>
                  </a:lnTo>
                  <a:cubicBezTo>
                    <a:pt x="1207293" y="0"/>
                    <a:pt x="1276041" y="68748"/>
                    <a:pt x="1276041" y="153553"/>
                  </a:cubicBezTo>
                  <a:lnTo>
                    <a:pt x="1276041" y="153553"/>
                  </a:lnTo>
                  <a:cubicBezTo>
                    <a:pt x="1276041" y="238357"/>
                    <a:pt x="1207293" y="307105"/>
                    <a:pt x="1122488" y="307105"/>
                  </a:cubicBezTo>
                  <a:lnTo>
                    <a:pt x="153553" y="307105"/>
                  </a:lnTo>
                  <a:cubicBezTo>
                    <a:pt x="68748" y="307105"/>
                    <a:pt x="0" y="238357"/>
                    <a:pt x="0" y="153553"/>
                  </a:cubicBezTo>
                  <a:lnTo>
                    <a:pt x="0" y="153553"/>
                  </a:lnTo>
                  <a:cubicBezTo>
                    <a:pt x="0" y="68748"/>
                    <a:pt x="68748" y="0"/>
                    <a:pt x="153553" y="0"/>
                  </a:cubicBezTo>
                  <a:close/>
                </a:path>
              </a:pathLst>
            </a:custGeom>
            <a:solidFill>
              <a:srgbClr val="E9EDE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276041" cy="307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8185095">
            <a:off x="9964979" y="1578084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0" y="0"/>
                </a:moveTo>
                <a:lnTo>
                  <a:pt x="1209210" y="0"/>
                </a:lnTo>
                <a:lnTo>
                  <a:pt x="1209210" y="1033874"/>
                </a:lnTo>
                <a:lnTo>
                  <a:pt x="0" y="1033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true" flipV="false" rot="-8184000">
            <a:off x="6514011" y="1578084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1209210" y="0"/>
                </a:moveTo>
                <a:lnTo>
                  <a:pt x="0" y="0"/>
                </a:lnTo>
                <a:lnTo>
                  <a:pt x="0" y="1033874"/>
                </a:lnTo>
                <a:lnTo>
                  <a:pt x="1209210" y="1033874"/>
                </a:lnTo>
                <a:lnTo>
                  <a:pt x="120921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 flipV="true">
            <a:off x="9493499" y="2484409"/>
            <a:ext cx="659357" cy="65935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7532336" y="2484409"/>
            <a:ext cx="659357" cy="65935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8787401">
            <a:off x="11190704" y="305459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0" y="0"/>
                </a:moveTo>
                <a:lnTo>
                  <a:pt x="1209210" y="0"/>
                </a:lnTo>
                <a:lnTo>
                  <a:pt x="1209210" y="1033875"/>
                </a:lnTo>
                <a:lnTo>
                  <a:pt x="0" y="103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2" id="42"/>
          <p:cNvSpPr/>
          <p:nvPr/>
        </p:nvSpPr>
        <p:spPr>
          <a:xfrm flipH="true" flipV="true" rot="-8790000">
            <a:off x="5283783" y="305459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1209210" y="1033875"/>
                </a:moveTo>
                <a:lnTo>
                  <a:pt x="0" y="1033875"/>
                </a:lnTo>
                <a:lnTo>
                  <a:pt x="0" y="0"/>
                </a:lnTo>
                <a:lnTo>
                  <a:pt x="1209210" y="0"/>
                </a:lnTo>
                <a:lnTo>
                  <a:pt x="1209210" y="10338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3" id="43"/>
          <p:cNvSpPr/>
          <p:nvPr/>
        </p:nvSpPr>
        <p:spPr>
          <a:xfrm flipV="true">
            <a:off x="10951555" y="3885242"/>
            <a:ext cx="367610" cy="25740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6374420" y="3885242"/>
            <a:ext cx="367610" cy="257403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-9246122">
            <a:off x="11207749" y="732687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0" y="0"/>
                </a:moveTo>
                <a:lnTo>
                  <a:pt x="1209210" y="0"/>
                </a:lnTo>
                <a:lnTo>
                  <a:pt x="1209210" y="1033874"/>
                </a:lnTo>
                <a:lnTo>
                  <a:pt x="0" y="1033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true" flipV="true" rot="9246000">
            <a:off x="5283783" y="732687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1209210" y="1033874"/>
                </a:moveTo>
                <a:lnTo>
                  <a:pt x="0" y="1033874"/>
                </a:lnTo>
                <a:lnTo>
                  <a:pt x="0" y="0"/>
                </a:lnTo>
                <a:lnTo>
                  <a:pt x="1209210" y="0"/>
                </a:lnTo>
                <a:lnTo>
                  <a:pt x="1209210" y="103387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7" id="47"/>
          <p:cNvSpPr/>
          <p:nvPr/>
        </p:nvSpPr>
        <p:spPr>
          <a:xfrm>
            <a:off x="10846683" y="7282332"/>
            <a:ext cx="454404" cy="31817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V="true">
            <a:off x="6379883" y="7282332"/>
            <a:ext cx="454404" cy="31817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-10714904">
            <a:off x="12138032" y="443187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0" y="0"/>
                </a:moveTo>
                <a:lnTo>
                  <a:pt x="1209210" y="0"/>
                </a:lnTo>
                <a:lnTo>
                  <a:pt x="1209210" y="1033875"/>
                </a:lnTo>
                <a:lnTo>
                  <a:pt x="0" y="103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true" flipV="false" rot="-10714904">
            <a:off x="4345764" y="443187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1209210" y="0"/>
                </a:moveTo>
                <a:lnTo>
                  <a:pt x="0" y="0"/>
                </a:lnTo>
                <a:lnTo>
                  <a:pt x="0" y="1033875"/>
                </a:lnTo>
                <a:lnTo>
                  <a:pt x="1209210" y="1033875"/>
                </a:lnTo>
                <a:lnTo>
                  <a:pt x="120921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51" id="51"/>
          <p:cNvSpPr/>
          <p:nvPr/>
        </p:nvSpPr>
        <p:spPr>
          <a:xfrm>
            <a:off x="11345844" y="4929483"/>
            <a:ext cx="8267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519063" y="4929483"/>
            <a:ext cx="82678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-10714904">
            <a:off x="12138032" y="588366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0" y="0"/>
                </a:moveTo>
                <a:lnTo>
                  <a:pt x="1209210" y="0"/>
                </a:lnTo>
                <a:lnTo>
                  <a:pt x="1209210" y="1033875"/>
                </a:lnTo>
                <a:lnTo>
                  <a:pt x="0" y="103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4" id="54"/>
          <p:cNvSpPr/>
          <p:nvPr/>
        </p:nvSpPr>
        <p:spPr>
          <a:xfrm flipH="true" flipV="false" rot="-10714904">
            <a:off x="4345764" y="5883668"/>
            <a:ext cx="1209210" cy="1033875"/>
          </a:xfrm>
          <a:custGeom>
            <a:avLst/>
            <a:gdLst/>
            <a:ahLst/>
            <a:cxnLst/>
            <a:rect r="r" b="b" t="t" l="l"/>
            <a:pathLst>
              <a:path h="1033875" w="1209210">
                <a:moveTo>
                  <a:pt x="1209210" y="0"/>
                </a:moveTo>
                <a:lnTo>
                  <a:pt x="0" y="0"/>
                </a:lnTo>
                <a:lnTo>
                  <a:pt x="0" y="1033875"/>
                </a:lnTo>
                <a:lnTo>
                  <a:pt x="1209210" y="1033875"/>
                </a:lnTo>
                <a:lnTo>
                  <a:pt x="120921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55" id="55"/>
          <p:cNvSpPr/>
          <p:nvPr/>
        </p:nvSpPr>
        <p:spPr>
          <a:xfrm>
            <a:off x="11328183" y="6381273"/>
            <a:ext cx="84444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5519063" y="6381273"/>
            <a:ext cx="84444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7" id="57"/>
          <p:cNvGrpSpPr/>
          <p:nvPr/>
        </p:nvGrpSpPr>
        <p:grpSpPr>
          <a:xfrm rot="0">
            <a:off x="8087601" y="3054540"/>
            <a:ext cx="213764" cy="213764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03F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635148" y="4035763"/>
            <a:ext cx="213764" cy="213764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03F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08356" y="7175450"/>
            <a:ext cx="213764" cy="213764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03F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739801" y="7175450"/>
            <a:ext cx="213764" cy="213764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1A09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844673" y="4035763"/>
            <a:ext cx="213764" cy="213764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1A09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94205" y="4822601"/>
            <a:ext cx="213764" cy="213764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1A09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194205" y="6274391"/>
            <a:ext cx="213764" cy="213764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1A090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256624" y="4822601"/>
            <a:ext cx="213764" cy="213764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03F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256624" y="6285142"/>
            <a:ext cx="213764" cy="213764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803F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386617" y="3054540"/>
            <a:ext cx="213764" cy="213764"/>
            <a:chOff x="0" y="0"/>
            <a:chExt cx="812800" cy="812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1A090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6655488" y="3484334"/>
            <a:ext cx="4376759" cy="4376759"/>
          </a:xfrm>
          <a:custGeom>
            <a:avLst/>
            <a:gdLst/>
            <a:ahLst/>
            <a:cxnLst/>
            <a:rect r="r" b="b" t="t" l="l"/>
            <a:pathLst>
              <a:path h="4376759" w="4376759">
                <a:moveTo>
                  <a:pt x="0" y="0"/>
                </a:moveTo>
                <a:lnTo>
                  <a:pt x="4376759" y="0"/>
                </a:lnTo>
                <a:lnTo>
                  <a:pt x="4376759" y="4376759"/>
                </a:lnTo>
                <a:lnTo>
                  <a:pt x="0" y="43767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7318688" y="4249528"/>
            <a:ext cx="3153660" cy="2566290"/>
          </a:xfrm>
          <a:custGeom>
            <a:avLst/>
            <a:gdLst/>
            <a:ahLst/>
            <a:cxnLst/>
            <a:rect r="r" b="b" t="t" l="l"/>
            <a:pathLst>
              <a:path h="2566290" w="3153660">
                <a:moveTo>
                  <a:pt x="0" y="0"/>
                </a:moveTo>
                <a:lnTo>
                  <a:pt x="3153660" y="0"/>
                </a:lnTo>
                <a:lnTo>
                  <a:pt x="3153660" y="2566290"/>
                </a:lnTo>
                <a:lnTo>
                  <a:pt x="0" y="25662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9600381" y="5186572"/>
            <a:ext cx="421475" cy="173954"/>
          </a:xfrm>
          <a:custGeom>
            <a:avLst/>
            <a:gdLst/>
            <a:ahLst/>
            <a:cxnLst/>
            <a:rect r="r" b="b" t="t" l="l"/>
            <a:pathLst>
              <a:path h="173954" w="421475">
                <a:moveTo>
                  <a:pt x="0" y="0"/>
                </a:moveTo>
                <a:lnTo>
                  <a:pt x="421475" y="0"/>
                </a:lnTo>
                <a:lnTo>
                  <a:pt x="421475" y="173954"/>
                </a:lnTo>
                <a:lnTo>
                  <a:pt x="0" y="1739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8041168" y="5445696"/>
            <a:ext cx="421475" cy="173954"/>
          </a:xfrm>
          <a:custGeom>
            <a:avLst/>
            <a:gdLst/>
            <a:ahLst/>
            <a:cxnLst/>
            <a:rect r="r" b="b" t="t" l="l"/>
            <a:pathLst>
              <a:path h="173954" w="421475">
                <a:moveTo>
                  <a:pt x="0" y="0"/>
                </a:moveTo>
                <a:lnTo>
                  <a:pt x="421475" y="0"/>
                </a:lnTo>
                <a:lnTo>
                  <a:pt x="421475" y="173954"/>
                </a:lnTo>
                <a:lnTo>
                  <a:pt x="0" y="17395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6278894" y="8658647"/>
            <a:ext cx="5173636" cy="526152"/>
            <a:chOff x="0" y="0"/>
            <a:chExt cx="1362604" cy="1385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362604" cy="138575"/>
            </a:xfrm>
            <a:custGeom>
              <a:avLst/>
              <a:gdLst/>
              <a:ahLst/>
              <a:cxnLst/>
              <a:rect r="r" b="b" t="t" l="l"/>
              <a:pathLst>
                <a:path h="138575" w="1362604">
                  <a:moveTo>
                    <a:pt x="34418" y="0"/>
                  </a:moveTo>
                  <a:lnTo>
                    <a:pt x="1328186" y="0"/>
                  </a:lnTo>
                  <a:cubicBezTo>
                    <a:pt x="1337314" y="0"/>
                    <a:pt x="1346068" y="3626"/>
                    <a:pt x="1352523" y="10081"/>
                  </a:cubicBezTo>
                  <a:cubicBezTo>
                    <a:pt x="1358978" y="16535"/>
                    <a:pt x="1362604" y="25289"/>
                    <a:pt x="1362604" y="34418"/>
                  </a:cubicBezTo>
                  <a:lnTo>
                    <a:pt x="1362604" y="104157"/>
                  </a:lnTo>
                  <a:cubicBezTo>
                    <a:pt x="1362604" y="123166"/>
                    <a:pt x="1347194" y="138575"/>
                    <a:pt x="1328186" y="138575"/>
                  </a:cubicBezTo>
                  <a:lnTo>
                    <a:pt x="34418" y="138575"/>
                  </a:lnTo>
                  <a:cubicBezTo>
                    <a:pt x="15409" y="138575"/>
                    <a:pt x="0" y="123166"/>
                    <a:pt x="0" y="104157"/>
                  </a:cubicBezTo>
                  <a:lnTo>
                    <a:pt x="0" y="34418"/>
                  </a:lnTo>
                  <a:cubicBezTo>
                    <a:pt x="0" y="15409"/>
                    <a:pt x="15409" y="0"/>
                    <a:pt x="34418" y="0"/>
                  </a:cubicBezTo>
                  <a:close/>
                </a:path>
              </a:pathLst>
            </a:custGeom>
            <a:solidFill>
              <a:srgbClr val="01A090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1362604" cy="13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DFDF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CEO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301742" y="9337199"/>
            <a:ext cx="5173636" cy="526152"/>
            <a:chOff x="0" y="0"/>
            <a:chExt cx="1362604" cy="13857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362604" cy="138575"/>
            </a:xfrm>
            <a:custGeom>
              <a:avLst/>
              <a:gdLst/>
              <a:ahLst/>
              <a:cxnLst/>
              <a:rect r="r" b="b" t="t" l="l"/>
              <a:pathLst>
                <a:path h="138575" w="1362604">
                  <a:moveTo>
                    <a:pt x="34418" y="0"/>
                  </a:moveTo>
                  <a:lnTo>
                    <a:pt x="1328186" y="0"/>
                  </a:lnTo>
                  <a:cubicBezTo>
                    <a:pt x="1337314" y="0"/>
                    <a:pt x="1346068" y="3626"/>
                    <a:pt x="1352523" y="10081"/>
                  </a:cubicBezTo>
                  <a:cubicBezTo>
                    <a:pt x="1358978" y="16535"/>
                    <a:pt x="1362604" y="25289"/>
                    <a:pt x="1362604" y="34418"/>
                  </a:cubicBezTo>
                  <a:lnTo>
                    <a:pt x="1362604" y="104157"/>
                  </a:lnTo>
                  <a:cubicBezTo>
                    <a:pt x="1362604" y="123166"/>
                    <a:pt x="1347194" y="138575"/>
                    <a:pt x="1328186" y="138575"/>
                  </a:cubicBezTo>
                  <a:lnTo>
                    <a:pt x="34418" y="138575"/>
                  </a:lnTo>
                  <a:cubicBezTo>
                    <a:pt x="15409" y="138575"/>
                    <a:pt x="0" y="123166"/>
                    <a:pt x="0" y="104157"/>
                  </a:cubicBezTo>
                  <a:lnTo>
                    <a:pt x="0" y="34418"/>
                  </a:lnTo>
                  <a:cubicBezTo>
                    <a:pt x="0" y="15409"/>
                    <a:pt x="15409" y="0"/>
                    <a:pt x="34418" y="0"/>
                  </a:cubicBezTo>
                  <a:close/>
                </a:path>
              </a:pathLst>
            </a:custGeom>
            <a:solidFill>
              <a:srgbClr val="01A090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1362604" cy="13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DFDF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Presidencia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13540826" y="4712347"/>
            <a:ext cx="295838" cy="542821"/>
          </a:xfrm>
          <a:custGeom>
            <a:avLst/>
            <a:gdLst/>
            <a:ahLst/>
            <a:cxnLst/>
            <a:rect r="r" b="b" t="t" l="l"/>
            <a:pathLst>
              <a:path h="542821" w="295838">
                <a:moveTo>
                  <a:pt x="0" y="0"/>
                </a:moveTo>
                <a:lnTo>
                  <a:pt x="295838" y="0"/>
                </a:lnTo>
                <a:lnTo>
                  <a:pt x="295838" y="542821"/>
                </a:lnTo>
                <a:lnTo>
                  <a:pt x="0" y="5428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13928146" y="4793158"/>
            <a:ext cx="435261" cy="435261"/>
          </a:xfrm>
          <a:custGeom>
            <a:avLst/>
            <a:gdLst/>
            <a:ahLst/>
            <a:cxnLst/>
            <a:rect r="r" b="b" t="t" l="l"/>
            <a:pathLst>
              <a:path h="435261" w="435261">
                <a:moveTo>
                  <a:pt x="0" y="0"/>
                </a:moveTo>
                <a:lnTo>
                  <a:pt x="435262" y="0"/>
                </a:lnTo>
                <a:lnTo>
                  <a:pt x="435262" y="435261"/>
                </a:lnTo>
                <a:lnTo>
                  <a:pt x="0" y="4352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5676086" y="4771708"/>
            <a:ext cx="1192342" cy="320217"/>
          </a:xfrm>
          <a:custGeom>
            <a:avLst/>
            <a:gdLst/>
            <a:ahLst/>
            <a:cxnLst/>
            <a:rect r="r" b="b" t="t" l="l"/>
            <a:pathLst>
              <a:path h="320217" w="1192342">
                <a:moveTo>
                  <a:pt x="0" y="0"/>
                </a:moveTo>
                <a:lnTo>
                  <a:pt x="1192342" y="0"/>
                </a:lnTo>
                <a:lnTo>
                  <a:pt x="1192342" y="320218"/>
                </a:lnTo>
                <a:lnTo>
                  <a:pt x="0" y="32021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71879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4458658" y="4771708"/>
            <a:ext cx="488603" cy="488603"/>
          </a:xfrm>
          <a:custGeom>
            <a:avLst/>
            <a:gdLst/>
            <a:ahLst/>
            <a:cxnLst/>
            <a:rect r="r" b="b" t="t" l="l"/>
            <a:pathLst>
              <a:path h="488603" w="488603">
                <a:moveTo>
                  <a:pt x="0" y="0"/>
                </a:moveTo>
                <a:lnTo>
                  <a:pt x="488603" y="0"/>
                </a:lnTo>
                <a:lnTo>
                  <a:pt x="488603" y="488604"/>
                </a:lnTo>
                <a:lnTo>
                  <a:pt x="0" y="4886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5042511" y="4825889"/>
            <a:ext cx="380242" cy="380242"/>
          </a:xfrm>
          <a:custGeom>
            <a:avLst/>
            <a:gdLst/>
            <a:ahLst/>
            <a:cxnLst/>
            <a:rect r="r" b="b" t="t" l="l"/>
            <a:pathLst>
              <a:path h="380242" w="380242">
                <a:moveTo>
                  <a:pt x="0" y="0"/>
                </a:moveTo>
                <a:lnTo>
                  <a:pt x="380242" y="0"/>
                </a:lnTo>
                <a:lnTo>
                  <a:pt x="380242" y="380242"/>
                </a:lnTo>
                <a:lnTo>
                  <a:pt x="0" y="38024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5897325" y="5115907"/>
            <a:ext cx="827156" cy="320217"/>
          </a:xfrm>
          <a:custGeom>
            <a:avLst/>
            <a:gdLst/>
            <a:ahLst/>
            <a:cxnLst/>
            <a:rect r="r" b="b" t="t" l="l"/>
            <a:pathLst>
              <a:path h="320217" w="827156">
                <a:moveTo>
                  <a:pt x="0" y="0"/>
                </a:moveTo>
                <a:lnTo>
                  <a:pt x="827157" y="0"/>
                </a:lnTo>
                <a:lnTo>
                  <a:pt x="827157" y="320217"/>
                </a:lnTo>
                <a:lnTo>
                  <a:pt x="0" y="32021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47763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12701840" y="3467705"/>
            <a:ext cx="503254" cy="503254"/>
          </a:xfrm>
          <a:custGeom>
            <a:avLst/>
            <a:gdLst/>
            <a:ahLst/>
            <a:cxnLst/>
            <a:rect r="r" b="b" t="t" l="l"/>
            <a:pathLst>
              <a:path h="503254" w="503254">
                <a:moveTo>
                  <a:pt x="0" y="0"/>
                </a:moveTo>
                <a:lnTo>
                  <a:pt x="503254" y="0"/>
                </a:lnTo>
                <a:lnTo>
                  <a:pt x="503254" y="503253"/>
                </a:lnTo>
                <a:lnTo>
                  <a:pt x="0" y="50325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3172210" y="3385664"/>
            <a:ext cx="699132" cy="699132"/>
          </a:xfrm>
          <a:custGeom>
            <a:avLst/>
            <a:gdLst/>
            <a:ahLst/>
            <a:cxnLst/>
            <a:rect r="r" b="b" t="t" l="l"/>
            <a:pathLst>
              <a:path h="699132" w="699132">
                <a:moveTo>
                  <a:pt x="0" y="0"/>
                </a:moveTo>
                <a:lnTo>
                  <a:pt x="699132" y="0"/>
                </a:lnTo>
                <a:lnTo>
                  <a:pt x="699132" y="699132"/>
                </a:lnTo>
                <a:lnTo>
                  <a:pt x="0" y="69913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3880766" y="3489086"/>
            <a:ext cx="822193" cy="492288"/>
          </a:xfrm>
          <a:custGeom>
            <a:avLst/>
            <a:gdLst/>
            <a:ahLst/>
            <a:cxnLst/>
            <a:rect r="r" b="b" t="t" l="l"/>
            <a:pathLst>
              <a:path h="492288" w="822193">
                <a:moveTo>
                  <a:pt x="0" y="0"/>
                </a:moveTo>
                <a:lnTo>
                  <a:pt x="822193" y="0"/>
                </a:lnTo>
                <a:lnTo>
                  <a:pt x="822193" y="492288"/>
                </a:lnTo>
                <a:lnTo>
                  <a:pt x="0" y="49228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14779159" y="3340738"/>
            <a:ext cx="630220" cy="630220"/>
          </a:xfrm>
          <a:custGeom>
            <a:avLst/>
            <a:gdLst/>
            <a:ahLst/>
            <a:cxnLst/>
            <a:rect r="r" b="b" t="t" l="l"/>
            <a:pathLst>
              <a:path h="630220" w="630220">
                <a:moveTo>
                  <a:pt x="0" y="0"/>
                </a:moveTo>
                <a:lnTo>
                  <a:pt x="630221" y="0"/>
                </a:lnTo>
                <a:lnTo>
                  <a:pt x="630221" y="630220"/>
                </a:lnTo>
                <a:lnTo>
                  <a:pt x="0" y="63022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07" id="107"/>
          <p:cNvSpPr txBox="true"/>
          <p:nvPr/>
        </p:nvSpPr>
        <p:spPr>
          <a:xfrm rot="0">
            <a:off x="11430043" y="1879299"/>
            <a:ext cx="348433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Project Management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487218" y="1753087"/>
            <a:ext cx="38926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Mercadeo, Desarrollo comercial y de cuentas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683524" y="3118964"/>
            <a:ext cx="389266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Arquitectura de soluciones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06234" y="3190963"/>
            <a:ext cx="38926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Análisis de requerimientos, propuesta técnica y prototipos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683524" y="7576177"/>
            <a:ext cx="38926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Operación, soporte y mantenimiento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10984" y="7409085"/>
            <a:ext cx="389266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Operativa: Adopción &amp; prácticas de ingeniería</a:t>
            </a:r>
          </a:p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383B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C4E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477279" y="4417072"/>
            <a:ext cx="389266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Ingeniería de software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259514" y="4634208"/>
            <a:ext cx="3892666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Análisis financiero, pricing, formas de pago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477279" y="5938361"/>
            <a:ext cx="415551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Ingeniería de la calidad: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Funcional, automatizada, E2C, Performance, Seguridad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45214" y="5968000"/>
            <a:ext cx="389266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99"/>
              </a:lnSpc>
            </a:pPr>
            <a:r>
              <a:rPr lang="en-US" sz="1999">
                <a:solidFill>
                  <a:srgbClr val="383B3B"/>
                </a:solidFill>
                <a:latin typeface="Open Sauce"/>
                <a:ea typeface="Open Sauce"/>
                <a:cs typeface="Open Sauce"/>
                <a:sym typeface="Open Sauce"/>
              </a:rPr>
              <a:t>Estrategia &amp; Innovación: Vigilancia tecnológica, PoCs</a:t>
            </a:r>
          </a:p>
          <a:p>
            <a:pPr algn="r">
              <a:lnSpc>
                <a:spcPts val="2399"/>
              </a:lnSpc>
            </a:pPr>
            <a:r>
              <a:rPr lang="en-US" sz="1999" b="true">
                <a:solidFill>
                  <a:srgbClr val="383B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0304628" y="1894129"/>
            <a:ext cx="640056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PM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708356" y="1888824"/>
            <a:ext cx="717099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CSO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1508283" y="3369677"/>
            <a:ext cx="699206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491764" y="3369677"/>
            <a:ext cx="647319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BID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1508283" y="7741853"/>
            <a:ext cx="699206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5422034" y="7741853"/>
            <a:ext cx="812300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CTO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2496787" y="4786001"/>
            <a:ext cx="620223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4521495" y="4802683"/>
            <a:ext cx="683243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CTO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2584871" y="6256679"/>
            <a:ext cx="444054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QA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4524055" y="6256679"/>
            <a:ext cx="702293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CTO 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8301382" y="7380953"/>
            <a:ext cx="1085235" cy="3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2"/>
              </a:lnSpc>
            </a:pPr>
            <a:r>
              <a:rPr lang="en-US" sz="221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+800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DAHK4LUIv7M</dc:identifier>
  <dcterms:modified xsi:type="dcterms:W3CDTF">2011-08-01T06:04:30Z</dcterms:modified>
  <cp:revision>1</cp:revision>
  <dc:title>Long Response Times</dc:title>
</cp:coreProperties>
</file>